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999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F983F5-4453-453C-BC39-EDE68719E56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7938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 /  GENERATIVE ENGINE OPTIMIZATION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Implementation for </a:t>
            </a: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Assetz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Searches for Property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 strategy proposal backed by a </a:t>
            </a:r>
            <a:r>
              <a:rPr lang="en-US" sz="16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real estate case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/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GEO?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Engine Optimization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is the practice of making your website content visible, citable, and preferred by AI-powered search engines such as ChatGPT, Google AI Mode, Claude, and others.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SEO (which optimises for links on a search results page), GEO optimises for something far more powerful: being the source AI quotes in its answer.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303520" cy="65836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9709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4407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on page 1 of Google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818888"/>
            <a:ext cx="5303520" cy="65836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4690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4864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280160" y="51572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answer AI gives to the buyer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5568696"/>
            <a:ext cx="5303520" cy="65836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9671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5614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80160" y="5907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of searches will flow through AI by 2027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0B1D3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49224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 (SEO)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9224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”Is </a:t>
            </a:r>
            <a:r>
              <a:rPr lang="en-US" sz="1300" i="1" dirty="0" err="1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Assetz</a:t>
            </a:r>
            <a:r>
              <a:rPr lang="en-US" sz="13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Good for me"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92240" y="2560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blue links. User clicks 3-4.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Your site is one option among many.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Broker portals dominate top spots.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92240" y="3657600"/>
            <a:ext cx="4937760" cy="0"/>
          </a:xfrm>
          <a:prstGeom prst="line">
            <a:avLst/>
          </a:prstGeom>
          <a:noFill/>
          <a:ln w="12700">
            <a:solidFill>
              <a:srgbClr val="06758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492240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 (GEO)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9224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”Is </a:t>
            </a:r>
            <a:r>
              <a:rPr lang="en-US" sz="1300" i="1" dirty="0" err="1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Assetz</a:t>
            </a:r>
            <a:r>
              <a:rPr lang="en-US" sz="13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Good for me"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92240" y="4526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gives ONE synthesised answer.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cites your core philosophy site as the authority.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buyer sees YOUR content first.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492240" y="5440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winners in GEO don't just get traffic — they become the narrative.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GEO is critical for real estate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buyers are already asking AI for advice. The question is: whose content does the AI trust?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49240" cy="1737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864" cy="1737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514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trust AI answers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ChatGPT or Google AI Mode recommends a project, buyers treat it as an independent, unbiased endorsement — far more trusted than ads.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2331720"/>
            <a:ext cx="5349240" cy="1737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55080" y="2331720"/>
            <a:ext cx="54864" cy="1737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560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2514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control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83680" y="3017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GEO, AI pulls from Reddit threads, broker sites, and forums. The narrative about your project is written by everyone except you.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434840"/>
            <a:ext cx="5349240" cy="1737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48640" y="4434840"/>
            <a:ext cx="54864" cy="1737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6634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4617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77240" y="51206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Indian real estate developer is doing GEO today. The first to optimise captures the citation slots before competitors even know they exist.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55080" y="4434840"/>
            <a:ext cx="5349240" cy="1737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355080" y="4434840"/>
            <a:ext cx="54864" cy="1737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6634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86600" y="4617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returns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583680" y="51206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AI models learn to cite your page as authoritative, every subsequent query reinforces that position. Early investment compounds over time.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 to Assetz in AI search right now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4036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queries a real homebuyer would ask about Assetz projects. Here's what AI returns today: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8160" y="1849374"/>
            <a:ext cx="11155680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2480" y="184937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Assetz projects in Bangalore 2026"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8160" y="2233422"/>
            <a:ext cx="1115568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233400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03960" y="226085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cites broker aggregators (assetzprelaunch.com, bangaloreupcomingprojects.com) — not the official Assetz website.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8160" y="2992374"/>
            <a:ext cx="11155680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92480" y="299237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"Assetz Mizumi Reserve reviews — is it worth buying?"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8160" y="3376422"/>
            <a:ext cx="1115568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" y="3477006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03960" y="340385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pulls from third-party review sites. Assetz has no control over the narrative or accuracy of pricing/amenity data.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18160" y="4135374"/>
            <a:ext cx="11155680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92480" y="413537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Assetz Soho &amp; Sky vs [competitor]"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18160" y="4519422"/>
            <a:ext cx="11155680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462000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3960" y="454685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constructs a comparison using whatever fragmented data it finds. Official Assetz specifications may be misquoted or omitted entirely.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18160" y="5415534"/>
            <a:ext cx="1115568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92480" y="541553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broker sites own the Assetz narrative in AI. GEO puts that control back in your hands.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Payment Plan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made the primary AI citation for their flagship payment plan — ahead of MagicBricks, 99acres, NoBroker, and 10+ broker sites.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8" y="3108960"/>
            <a:ext cx="2560320" cy="1828800"/>
          </a:xfrm>
          <a:prstGeom prst="rect">
            <a:avLst/>
          </a:prstGeom>
          <a:solidFill>
            <a:srgbClr val="132B50"/>
          </a:solidFill>
          <a:ln w="12700">
            <a:solidFill>
              <a:srgbClr val="0675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2308" y="3246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15188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cited by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1228" y="3108960"/>
            <a:ext cx="2560320" cy="1828800"/>
          </a:xfrm>
          <a:prstGeom prst="rect">
            <a:avLst/>
          </a:prstGeom>
          <a:solidFill>
            <a:srgbClr val="132B50"/>
          </a:solidFill>
          <a:ln w="12700">
            <a:solidFill>
              <a:srgbClr val="0675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1228" y="3246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604108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Parkshire page led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0148" y="3108960"/>
            <a:ext cx="2560320" cy="1828800"/>
          </a:xfrm>
          <a:prstGeom prst="rect">
            <a:avLst/>
          </a:prstGeom>
          <a:solidFill>
            <a:srgbClr val="132B50"/>
          </a:solidFill>
          <a:ln w="12700">
            <a:solidFill>
              <a:srgbClr val="0675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0148" y="3246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93028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page-live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lead citation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99068" y="3108960"/>
            <a:ext cx="2560320" cy="1828800"/>
          </a:xfrm>
          <a:prstGeom prst="rect">
            <a:avLst/>
          </a:prstGeom>
          <a:solidFill>
            <a:srgbClr val="132B50"/>
          </a:solidFill>
          <a:ln w="12700">
            <a:solidFill>
              <a:srgbClr val="0675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99068" y="3246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81948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shift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sceptical to positive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tested: Google AI Mode + ChatGPT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said about 1% Plan — before GEO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our implementation, here's how AI engines responded to buyer queries about 1% Payment Plan: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303520" cy="71323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864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331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26060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called the 1% plan a "marketing stunt with hidden financial tricks"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090672"/>
            <a:ext cx="5303520" cy="71323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090672"/>
            <a:ext cx="54864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6440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3136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source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88720" y="34107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sites (MagicBricks, NoBroker, 99acres) were the primary citations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895344"/>
            <a:ext cx="5303520" cy="71323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48640" y="3895344"/>
            <a:ext cx="54864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941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88720" y="42153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Generic/inaccurate figures from third parties — not official numbers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700016"/>
            <a:ext cx="5303520" cy="71323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48640" y="4700016"/>
            <a:ext cx="54864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47457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presence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88720" y="50200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brand assets, visuals, or official content appeared in AI answers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504688"/>
            <a:ext cx="5303520" cy="71323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48640" y="5504688"/>
            <a:ext cx="54864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78424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5550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a scam?"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88720" y="5824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returned sceptical, negative framing pulled from Reddit and forums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6217920" y="3977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before GEO — sceptical framing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C454F05-FD4D-2C33-9A87-979979780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341327"/>
            <a:ext cx="5394960" cy="1852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AFTER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says about 1% Plan — after GEO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our GEO implementation, the same queries now produce completely different results: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303520" cy="71323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973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331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26060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plan positioned as a "validated industry standard for low-barrier entry"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090672"/>
            <a:ext cx="5303520" cy="71323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090672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6440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3136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source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88720" y="34107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page is the #1 citation — ahead of all broker sites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895344"/>
            <a:ext cx="5303520" cy="71323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48640" y="3895344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941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88720" y="42153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₹6,47,703 booking figure quoted verbatim from the official page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700016"/>
            <a:ext cx="5303520" cy="71323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48640" y="4700016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47457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presence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88720" y="50200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1% PLAN" branded visual card appearing as a rich snippet in AI Mode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504688"/>
            <a:ext cx="5303520" cy="71323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48640" y="5504688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78424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5550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a scam?"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88720" y="5824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now returns positive, balanced framing with official data as the anchor</a:t>
            </a:r>
            <a:endParaRPr lang="en-US" sz="11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1727512-A8E0-281A-6923-3EF5157D0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240" y="3136392"/>
            <a:ext cx="5532120" cy="1852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THE PROOF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same buyer, same question, different answer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40280" y="1783080"/>
            <a:ext cx="448056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4028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783080"/>
            <a:ext cx="448056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1645920" cy="6858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240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2240280"/>
            <a:ext cx="448056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0" y="2240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portals (MagicBricks,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NoBroker, 99acres)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2240280"/>
            <a:ext cx="4480560" cy="68580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03720" y="2240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page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ranked #1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53512"/>
            <a:ext cx="1645920" cy="6858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29535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2953512"/>
            <a:ext cx="448056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77440" y="295351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"Marketing stunt"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"Hidden financial tricks"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2953512"/>
            <a:ext cx="4480560" cy="68580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03720" y="295351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"Validated industry standard"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"Low-barrier entry"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666744"/>
            <a:ext cx="1645920" cy="6858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66674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3666744"/>
            <a:ext cx="448056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77440" y="36667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/ inaccurate figures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third parties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3666744"/>
            <a:ext cx="4480560" cy="68580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36667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₹6,47,703 (5% of AV)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verbatim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379976"/>
            <a:ext cx="1645920" cy="6858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" y="437997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40280" y="4379976"/>
            <a:ext cx="448056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77440" y="43799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Godrej brand assets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answers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4379976"/>
            <a:ext cx="4480560" cy="68580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03720" y="43799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1% PLAN" branded card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rich snippet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93208"/>
            <a:ext cx="1645920" cy="6858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" y="509320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scam?"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40280" y="5093208"/>
            <a:ext cx="448056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77440" y="50932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Sceptical, negative framing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Reddit &amp; forums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66560" y="5093208"/>
            <a:ext cx="4480560" cy="68580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03720" y="50932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Positive, analytical framing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official data as anchor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buyer. Same question. Entirely different answer — because of GEO.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do for Assetz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proven GEO framework — customised for Assetz's project portfolio and competitive landscape.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6616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356616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Citation Audit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8346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ChatGPT, Google AI Mode &amp; Perplexity say about every Assetz project today — identify gaps and competitor citations.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34840" y="2148840"/>
            <a:ext cx="356616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34840" y="2148840"/>
            <a:ext cx="356616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377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17720" y="28346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FAQPage, RealEstateListing &amp; Organization JSON-LD across project pages to make content machine-readable.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321040" y="2148840"/>
            <a:ext cx="356616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321040" y="2148840"/>
            <a:ext cx="356616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3774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068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Optimisation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503920" y="28346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and expand project page content with citation-triggering FAQs — pricing breakdowns, EMI calculations, RERA data.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343400"/>
            <a:ext cx="356616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48640" y="4343400"/>
            <a:ext cx="356616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5720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4526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3152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crawlable href-based links between hub pages and project pages — critical for AI discovery.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434840" y="4343400"/>
            <a:ext cx="356616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434840" y="4343400"/>
            <a:ext cx="356616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57200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20640" y="4526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Infrastructure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61772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deployment, sitemap updates, robots.txt audit — the plumbing that lets AI crawlers find and trust your content.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321040" y="4343400"/>
            <a:ext cx="3566160" cy="1874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8321040" y="4343400"/>
            <a:ext cx="356616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57200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006840" y="4526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Engineering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8503920" y="50292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shape how AI frames Assetz projects — especially for adversarial queries like 'is it worth buying?'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PROPOSAL  /  ASSETZ PROPERTY GROUP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6473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implementation roadmap for Assetz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06040" cy="3291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06040" cy="73152"/>
          </a:xfrm>
          <a:prstGeom prst="rect">
            <a:avLst/>
          </a:prstGeom>
          <a:solidFill>
            <a:srgbClr val="0675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7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Discovery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citation audit across all projects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benchmark vs broker sites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crawlability assessment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gap 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8960" y="33147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396" y="3374136"/>
            <a:ext cx="201168" cy="20116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383280" y="1828800"/>
            <a:ext cx="2606040" cy="3291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83280" y="1828800"/>
            <a:ext cx="260604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2044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2044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520440" y="27889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schema deployment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FAQPage + RealEstateListing markup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&amp; robots.txt optimisation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creation &amp; deployment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43600" y="33147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036" y="3374136"/>
            <a:ext cx="201168" cy="20116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217920" y="1828800"/>
            <a:ext cx="2606040" cy="3291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217920" y="1828800"/>
            <a:ext cx="260604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3550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35508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Linking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355080" y="27889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Citation-optimised FAQ content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 architecture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engineering for key queries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question seeding strategy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778240" y="33147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76" y="3374136"/>
            <a:ext cx="201168" cy="20116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9052560" y="1828800"/>
            <a:ext cx="2606040" cy="3291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052560" y="1828800"/>
            <a:ext cx="2606040" cy="7315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9189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18972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Scale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9189720" y="27889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citation testing &amp; validation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proof documentation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remaining projects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&amp; iteration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48640" y="5486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is indicative. We start with 1-2 priority projects and expand across the portfolio once the framework is validated.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45920"/>
            <a:ext cx="164592" cy="16459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answering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Assetz.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question is — using whose content?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49528" y="4297680"/>
            <a:ext cx="2926080" cy="1371600"/>
          </a:xfrm>
          <a:prstGeom prst="rect">
            <a:avLst/>
          </a:prstGeom>
          <a:solidFill>
            <a:srgbClr val="132B50"/>
          </a:solidFill>
          <a:ln w="12700">
            <a:solidFill>
              <a:srgbClr val="0675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49528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432408" y="5029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of Assetz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 protect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32808" y="4297680"/>
            <a:ext cx="2926080" cy="1371600"/>
          </a:xfrm>
          <a:prstGeom prst="rect">
            <a:avLst/>
          </a:prstGeom>
          <a:solidFill>
            <a:srgbClr val="132B50"/>
          </a:solidFill>
          <a:ln w="12700">
            <a:solidFill>
              <a:srgbClr val="0675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2808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15688" y="5029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projects needing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narrative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16088" y="4297680"/>
            <a:ext cx="2926080" cy="1371600"/>
          </a:xfrm>
          <a:prstGeom prst="rect">
            <a:avLst/>
          </a:prstGeom>
          <a:solidFill>
            <a:srgbClr val="132B50"/>
          </a:solidFill>
          <a:ln w="12700">
            <a:solidFill>
              <a:srgbClr val="0675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16088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98968" y="5029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developers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GEO today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03504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C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Assetz the answer.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640080" y="365760"/>
            <a:ext cx="50000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0891B2"/>
                </a:solidFill>
                <a:latin typeface="Calibri" pitchFamily="34" charset="0"/>
              </a:rPr>
              <a:t>WHO WE ARE  /  SARVAN</a:t>
            </a:r>
          </a:p>
        </p:txBody>
      </p:sp>
      <p:sp>
        <p:nvSpPr>
          <p:cNvPr id="3" name="Headline"/>
          <p:cNvSpPr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Sarvan: Transforming Ideas into Intelligent Solutions</a:t>
            </a:r>
          </a:p>
        </p:txBody>
      </p:sp>
      <p:sp>
        <p:nvSpPr>
          <p:cNvPr id="4" name="Divider"/>
          <p:cNvSpPr/>
          <p:nvPr/>
        </p:nvSpPr>
        <p:spPr>
          <a:xfrm>
            <a:off x="640080" y="146256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AboutText"/>
          <p:cNvSpPr/>
          <p:nvPr/>
        </p:nvSpPr>
        <p:spPr>
          <a:xfrm>
            <a:off x="640080" y="19332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</a:rPr>
              <a:t>Sarvan is an AI and technology agency helping forward-thinking businesses leverage cutting-edge solutions for growth. We specialize in GEO to ensure your brand is the answer AI gives to your customers.</a:t>
            </a:r>
          </a:p>
        </p:txBody>
      </p:sp>
      <p:sp>
        <p:nvSpPr>
          <p:cNvPr id="6" name="Contact"/>
          <p:cNvSpPr/>
          <p:nvPr/>
        </p:nvSpPr>
        <p:spPr>
          <a:xfrm>
            <a:off x="640080" y="29391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www.sarvan.eu</a:t>
            </a:r>
          </a:p>
        </p:txBody>
      </p:sp>
      <p:sp>
        <p:nvSpPr>
          <p:cNvPr id="7" name="CardBG"/>
          <p:cNvSpPr/>
          <p:nvPr/>
        </p:nvSpPr>
        <p:spPr>
          <a:xfrm>
            <a:off x="6559731" y="1933740"/>
            <a:ext cx="4717869" cy="2459880"/>
          </a:xfrm>
          <a:prstGeom prst="rect">
            <a:avLst/>
          </a:prstGeom>
          <a:solidFill>
            <a:srgbClr val="132B50"/>
          </a:solidFill>
          <a:ln w="12700">
            <a:solidFill>
              <a:srgbClr val="06758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CardHeader"/>
          <p:cNvSpPr/>
          <p:nvPr/>
        </p:nvSpPr>
        <p:spPr>
          <a:xfrm>
            <a:off x="6742611" y="2024700"/>
            <a:ext cx="512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150" dirty="0">
                <a:solidFill>
                  <a:srgbClr val="FFFFFF"/>
                </a:solidFill>
                <a:latin typeface="Calibri" pitchFamily="34" charset="0"/>
              </a:rPr>
              <a:t>Our Core Capabilities</a:t>
            </a:r>
          </a:p>
        </p:txBody>
      </p:sp>
      <p:sp>
        <p:nvSpPr>
          <p:cNvPr id="9" name="Cap1Dot"/>
          <p:cNvSpPr/>
          <p:nvPr/>
        </p:nvSpPr>
        <p:spPr>
          <a:xfrm>
            <a:off x="6742611" y="248238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ap1Text"/>
          <p:cNvSpPr/>
          <p:nvPr/>
        </p:nvSpPr>
        <p:spPr>
          <a:xfrm>
            <a:off x="6925251" y="2445660"/>
            <a:ext cx="493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GEO — Generative Engine Optimization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Making your brand the source AI cites and recommends</a:t>
            </a:r>
          </a:p>
        </p:txBody>
      </p:sp>
      <p:sp>
        <p:nvSpPr>
          <p:cNvPr id="11" name="Cap2Dot"/>
          <p:cNvSpPr/>
          <p:nvPr/>
        </p:nvSpPr>
        <p:spPr>
          <a:xfrm>
            <a:off x="6742611" y="31224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ap2Text"/>
          <p:cNvSpPr/>
          <p:nvPr/>
        </p:nvSpPr>
        <p:spPr>
          <a:xfrm>
            <a:off x="6925251" y="3085740"/>
            <a:ext cx="493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AI-Powered Solutions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Custom AI to automate, extract insights, and enhance decisions</a:t>
            </a:r>
          </a:p>
        </p:txBody>
      </p:sp>
      <p:sp>
        <p:nvSpPr>
          <p:cNvPr id="13" name="Cap3Dot"/>
          <p:cNvSpPr/>
          <p:nvPr/>
        </p:nvSpPr>
        <p:spPr>
          <a:xfrm>
            <a:off x="6742611" y="376254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ap3Text"/>
          <p:cNvSpPr/>
          <p:nvPr/>
        </p:nvSpPr>
        <p:spPr>
          <a:xfrm>
            <a:off x="6925251" y="3725820"/>
            <a:ext cx="493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Custom Software Development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Tailored solutions for your unique business challenges</a:t>
            </a:r>
          </a:p>
        </p:txBody>
      </p:sp>
      <p:sp>
        <p:nvSpPr>
          <p:cNvPr id="17" name="Tagline"/>
          <p:cNvSpPr/>
          <p:nvPr/>
        </p:nvSpPr>
        <p:spPr>
          <a:xfrm>
            <a:off x="640080" y="5303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CDF4"/>
                </a:solidFill>
                <a:latin typeface="Calibri" pitchFamily="34" charset="0"/>
              </a:rPr>
              <a:t>Trusted by clients across Europe and Asia.</a:t>
            </a:r>
          </a:p>
        </p:txBody>
      </p:sp>
      <p:sp>
        <p:nvSpPr>
          <p:cNvPr id="18" name="BottomBar"/>
          <p:cNvSpPr/>
          <p:nvPr/>
        </p:nvSpPr>
        <p:spPr>
          <a:xfrm>
            <a:off x="640080" y="603504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Footer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GEO PROPOSAL  /  ASSETZ PROPERTY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189e4fd-a2fa-47bf-9b21-17f706ee2968}" enabled="1" method="Privilege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1443</Words>
  <Application>Microsoft Office PowerPoint</Application>
  <PresentationFormat>Widescreen</PresentationFormat>
  <Paragraphs>223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Proposal — Assetz Property Group</dc:title>
  <dc:subject>PptxGenJS Presentation</dc:subject>
  <dc:creator>GEO Team</dc:creator>
  <cp:lastModifiedBy>Vansh sodhi</cp:lastModifiedBy>
  <cp:revision>7</cp:revision>
  <dcterms:created xsi:type="dcterms:W3CDTF">2026-05-16T11:26:46Z</dcterms:created>
  <dcterms:modified xsi:type="dcterms:W3CDTF">2026-05-16T12:48:38Z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-</vt:lpwstr>
  </property>
</Properties>
</file>